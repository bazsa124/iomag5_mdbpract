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3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2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4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8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7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2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0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4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81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8244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95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85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06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8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83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881" y="1831678"/>
            <a:ext cx="5756237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/>
              <a:t>MongoDB API C#</a:t>
            </a:r>
          </a:p>
          <a:p>
            <a:pPr algn="r"/>
            <a:r>
              <a:rPr lang="en-US" sz="6000" dirty="0"/>
              <a:t>Kocsán László</a:t>
            </a:r>
            <a:br>
              <a:rPr lang="en-US" sz="6000" dirty="0"/>
            </a:br>
            <a:r>
              <a:rPr lang="en-US" sz="6000" dirty="0"/>
              <a:t>EK298H</a:t>
            </a:r>
            <a:br>
              <a:rPr lang="en-US" sz="6000" dirty="0"/>
            </a:b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Mi az a MongoDB API C#?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MongoDB</a:t>
            </a:r>
            <a:r>
              <a:rPr lang="hu-HU" dirty="0"/>
              <a:t>: </a:t>
            </a:r>
            <a:r>
              <a:rPr lang="hu-HU" dirty="0" err="1"/>
              <a:t>NoSQL</a:t>
            </a:r>
            <a:r>
              <a:rPr lang="hu-HU" dirty="0"/>
              <a:t> adatbázis</a:t>
            </a:r>
          </a:p>
          <a:p>
            <a:r>
              <a:rPr lang="hu-HU" dirty="0"/>
              <a:t>C# API: </a:t>
            </a:r>
            <a:r>
              <a:rPr lang="hu-HU" dirty="0" err="1"/>
              <a:t>MongoDB.Driver</a:t>
            </a:r>
            <a:r>
              <a:rPr lang="hu-HU" dirty="0"/>
              <a:t> könyvtár</a:t>
            </a:r>
          </a:p>
          <a:p>
            <a:r>
              <a:rPr lang="hu-HU" dirty="0"/>
              <a:t>Lehetővé teszi az adatkezelést C# nyelven</a:t>
            </a:r>
          </a:p>
          <a:p>
            <a:r>
              <a:rPr lang="hu-HU" dirty="0"/>
              <a:t>Kapcsolat, lekérdezések, CRUD műveletek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C# API környezet felépítése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81" y="2560479"/>
            <a:ext cx="3478099" cy="3150308"/>
          </a:xfrm>
        </p:spPr>
        <p:txBody>
          <a:bodyPr>
            <a:normAutofit/>
          </a:bodyPr>
          <a:lstStyle/>
          <a:p>
            <a:r>
              <a:rPr lang="hu-HU" sz="2000" dirty="0" err="1">
                <a:solidFill>
                  <a:srgbClr val="FFFFFF"/>
                </a:solidFill>
              </a:rPr>
              <a:t>MongoClient</a:t>
            </a:r>
            <a:endParaRPr lang="hu-HU" sz="2000" dirty="0">
              <a:solidFill>
                <a:srgbClr val="FFFFFF"/>
              </a:solidFill>
            </a:endParaRPr>
          </a:p>
          <a:p>
            <a:r>
              <a:rPr lang="hu-HU" sz="2000" dirty="0" err="1">
                <a:solidFill>
                  <a:srgbClr val="FFFFFF"/>
                </a:solidFill>
              </a:rPr>
              <a:t>Database</a:t>
            </a:r>
            <a:endParaRPr lang="hu-HU" sz="2000" dirty="0">
              <a:solidFill>
                <a:srgbClr val="FFFFFF"/>
              </a:solidFill>
            </a:endParaRPr>
          </a:p>
          <a:p>
            <a:r>
              <a:rPr lang="hu-HU" sz="2000" dirty="0" err="1">
                <a:solidFill>
                  <a:srgbClr val="FFFFFF"/>
                </a:solidFill>
              </a:rPr>
              <a:t>Collection</a:t>
            </a:r>
            <a:endParaRPr lang="hu-HU" sz="2000" dirty="0">
              <a:solidFill>
                <a:srgbClr val="FFFFFF"/>
              </a:solidFill>
            </a:endParaRPr>
          </a:p>
          <a:p>
            <a:r>
              <a:rPr lang="hu-HU" sz="2000" dirty="0" err="1">
                <a:solidFill>
                  <a:srgbClr val="FFFFFF"/>
                </a:solidFill>
              </a:rPr>
              <a:t>Model</a:t>
            </a:r>
            <a:r>
              <a:rPr lang="hu-HU" sz="2000" dirty="0">
                <a:solidFill>
                  <a:srgbClr val="FFFFFF"/>
                </a:solidFill>
              </a:rPr>
              <a:t> osztályok (BSON)</a:t>
            </a:r>
          </a:p>
          <a:p>
            <a:r>
              <a:rPr lang="hu-HU" sz="2000" dirty="0">
                <a:solidFill>
                  <a:srgbClr val="FFFFFF"/>
                </a:solidFill>
              </a:rPr>
              <a:t>Driver (</a:t>
            </a:r>
            <a:r>
              <a:rPr lang="hu-HU" sz="2000" dirty="0" err="1">
                <a:solidFill>
                  <a:srgbClr val="FFFFFF"/>
                </a:solidFill>
              </a:rPr>
              <a:t>MongoDB.Driver</a:t>
            </a:r>
            <a:r>
              <a:rPr lang="hu-HU" sz="20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9A471B-B99A-5BB6-9158-FED17BBEA65B}"/>
              </a:ext>
            </a:extLst>
          </p:cNvPr>
          <p:cNvSpPr txBox="1">
            <a:spLocks/>
          </p:cNvSpPr>
          <p:nvPr/>
        </p:nvSpPr>
        <p:spPr>
          <a:xfrm>
            <a:off x="4115438" y="2954464"/>
            <a:ext cx="5603133" cy="315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1600" dirty="0"/>
              <a:t>var </a:t>
            </a:r>
            <a:r>
              <a:rPr lang="hu-HU" sz="1600" dirty="0" err="1"/>
              <a:t>client</a:t>
            </a:r>
            <a:r>
              <a:rPr lang="hu-HU" sz="1600" dirty="0"/>
              <a:t> = </a:t>
            </a:r>
            <a:r>
              <a:rPr lang="hu-HU" sz="1600" dirty="0" err="1"/>
              <a:t>new</a:t>
            </a:r>
            <a:r>
              <a:rPr lang="hu-HU" sz="1600" dirty="0"/>
              <a:t> </a:t>
            </a:r>
            <a:r>
              <a:rPr lang="hu-HU" sz="1600" dirty="0" err="1"/>
              <a:t>MongoClient</a:t>
            </a:r>
            <a:r>
              <a:rPr lang="hu-HU" sz="1600" dirty="0"/>
              <a:t>("</a:t>
            </a:r>
            <a:r>
              <a:rPr lang="hu-HU" sz="1600" dirty="0" err="1"/>
              <a:t>mongodb</a:t>
            </a:r>
            <a:r>
              <a:rPr lang="hu-HU" sz="1600" dirty="0"/>
              <a:t>://</a:t>
            </a:r>
            <a:r>
              <a:rPr lang="hu-HU" sz="1600" dirty="0" err="1"/>
              <a:t>localhost</a:t>
            </a:r>
            <a:r>
              <a:rPr lang="hu-HU" sz="1600" dirty="0"/>
              <a:t>”)</a:t>
            </a:r>
          </a:p>
          <a:p>
            <a:pPr marL="0" indent="0">
              <a:buNone/>
            </a:pPr>
            <a:r>
              <a:rPr lang="hu-HU" sz="1600" dirty="0"/>
              <a:t>var </a:t>
            </a:r>
            <a:r>
              <a:rPr lang="hu-HU" sz="1600" dirty="0" err="1"/>
              <a:t>database</a:t>
            </a:r>
            <a:r>
              <a:rPr lang="hu-HU" sz="1600" dirty="0"/>
              <a:t> = </a:t>
            </a:r>
            <a:r>
              <a:rPr lang="hu-HU" sz="1600" dirty="0" err="1"/>
              <a:t>client.GetDatabase</a:t>
            </a:r>
            <a:r>
              <a:rPr lang="hu-HU" sz="1600" dirty="0"/>
              <a:t>("</a:t>
            </a:r>
            <a:r>
              <a:rPr lang="hu-HU" sz="1600" dirty="0" err="1"/>
              <a:t>vendeglatas</a:t>
            </a:r>
            <a:r>
              <a:rPr lang="hu-HU" sz="1600" dirty="0"/>
              <a:t>");</a:t>
            </a:r>
          </a:p>
          <a:p>
            <a:pPr marL="0" indent="0">
              <a:buNone/>
            </a:pPr>
            <a:r>
              <a:rPr lang="hu-HU" sz="1600" dirty="0"/>
              <a:t>var </a:t>
            </a:r>
            <a:r>
              <a:rPr lang="hu-HU" sz="1600" dirty="0" err="1"/>
              <a:t>etteremCollection</a:t>
            </a:r>
            <a:r>
              <a:rPr lang="hu-HU" sz="1600" dirty="0"/>
              <a:t> = </a:t>
            </a:r>
            <a:r>
              <a:rPr lang="hu-HU" sz="1600" dirty="0" err="1"/>
              <a:t>database.GetCollection</a:t>
            </a:r>
            <a:r>
              <a:rPr lang="hu-HU" sz="1600" dirty="0"/>
              <a:t>&lt;</a:t>
            </a:r>
            <a:r>
              <a:rPr lang="hu-HU" sz="1600" dirty="0" err="1"/>
              <a:t>Etterem</a:t>
            </a:r>
            <a:r>
              <a:rPr lang="hu-HU" sz="1600" dirty="0"/>
              <a:t>&gt;("</a:t>
            </a:r>
            <a:r>
              <a:rPr lang="hu-HU" sz="1600" dirty="0" err="1"/>
              <a:t>ettermek</a:t>
            </a:r>
            <a:r>
              <a:rPr lang="hu-HU" sz="1600" dirty="0"/>
              <a:t>");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DML műveletek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1" y="2336873"/>
            <a:ext cx="5011366" cy="3599316"/>
          </a:xfrm>
        </p:spPr>
        <p:txBody>
          <a:bodyPr/>
          <a:lstStyle/>
          <a:p>
            <a:r>
              <a:rPr dirty="0"/>
              <a:t>Insert (</a:t>
            </a:r>
            <a:r>
              <a:rPr dirty="0" err="1"/>
              <a:t>beszúrás</a:t>
            </a:r>
            <a:r>
              <a:rPr dirty="0"/>
              <a:t>)</a:t>
            </a:r>
          </a:p>
          <a:p>
            <a:r>
              <a:rPr dirty="0"/>
              <a:t>Update (</a:t>
            </a:r>
            <a:r>
              <a:rPr dirty="0" err="1"/>
              <a:t>módosítás</a:t>
            </a:r>
            <a:r>
              <a:rPr dirty="0"/>
              <a:t>)</a:t>
            </a:r>
          </a:p>
          <a:p>
            <a:r>
              <a:rPr dirty="0"/>
              <a:t>Delete (</a:t>
            </a:r>
            <a:r>
              <a:rPr dirty="0" err="1"/>
              <a:t>törlés</a:t>
            </a:r>
            <a:r>
              <a:rPr dirty="0"/>
              <a:t>)</a:t>
            </a:r>
          </a:p>
          <a:p>
            <a:r>
              <a:rPr dirty="0" err="1"/>
              <a:t>Adatok</a:t>
            </a:r>
            <a:r>
              <a:rPr dirty="0"/>
              <a:t> </a:t>
            </a:r>
            <a:r>
              <a:rPr dirty="0" err="1"/>
              <a:t>kezelése</a:t>
            </a:r>
            <a:r>
              <a:rPr dirty="0"/>
              <a:t> collection-ben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Lekérdezések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1" y="2336872"/>
            <a:ext cx="4038600" cy="2760421"/>
          </a:xfrm>
        </p:spPr>
        <p:txBody>
          <a:bodyPr>
            <a:normAutofit/>
          </a:bodyPr>
          <a:lstStyle/>
          <a:p>
            <a:r>
              <a:rPr dirty="0"/>
              <a:t>Find()</a:t>
            </a:r>
          </a:p>
          <a:p>
            <a:r>
              <a:rPr dirty="0" err="1"/>
              <a:t>Szűrés</a:t>
            </a:r>
            <a:r>
              <a:rPr dirty="0"/>
              <a:t> </a:t>
            </a:r>
            <a:r>
              <a:rPr dirty="0" err="1"/>
              <a:t>feltételekkel</a:t>
            </a:r>
            <a:endParaRPr dirty="0"/>
          </a:p>
          <a:p>
            <a:r>
              <a:rPr dirty="0"/>
              <a:t>Lambda </a:t>
            </a:r>
            <a:r>
              <a:rPr dirty="0" err="1"/>
              <a:t>kifejezések</a:t>
            </a:r>
            <a:endParaRPr dirty="0"/>
          </a:p>
          <a:p>
            <a:r>
              <a:rPr dirty="0"/>
              <a:t>Projection </a:t>
            </a:r>
            <a:r>
              <a:rPr dirty="0" err="1"/>
              <a:t>használata</a:t>
            </a:r>
            <a:br>
              <a:rPr lang="hu-HU" dirty="0"/>
            </a:br>
            <a:br>
              <a:rPr lang="hu-HU" dirty="0"/>
            </a:b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955AED-1020-7C04-681E-88AEA249A1BF}"/>
              </a:ext>
            </a:extLst>
          </p:cNvPr>
          <p:cNvSpPr txBox="1">
            <a:spLocks/>
          </p:cNvSpPr>
          <p:nvPr/>
        </p:nvSpPr>
        <p:spPr>
          <a:xfrm>
            <a:off x="695529" y="4724561"/>
            <a:ext cx="8331739" cy="276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 err="1"/>
              <a:t>Find</a:t>
            </a:r>
            <a:r>
              <a:rPr lang="hu-HU" dirty="0"/>
              <a:t>() művelet használata:</a:t>
            </a:r>
            <a:br>
              <a:rPr lang="hu-HU" dirty="0"/>
            </a:br>
            <a:r>
              <a:rPr lang="hu-HU" dirty="0"/>
              <a:t>var </a:t>
            </a:r>
            <a:r>
              <a:rPr lang="hu-HU" dirty="0" err="1"/>
              <a:t>ettermek</a:t>
            </a:r>
            <a:r>
              <a:rPr lang="hu-HU" dirty="0"/>
              <a:t> = </a:t>
            </a:r>
            <a:r>
              <a:rPr lang="hu-HU" dirty="0" err="1"/>
              <a:t>etteremCollection.Find</a:t>
            </a:r>
            <a:r>
              <a:rPr lang="hu-HU" dirty="0"/>
              <a:t>(_ =&gt; </a:t>
            </a:r>
            <a:r>
              <a:rPr lang="hu-HU" dirty="0" err="1"/>
              <a:t>true</a:t>
            </a:r>
            <a:r>
              <a:rPr lang="hu-HU" dirty="0"/>
              <a:t>).</a:t>
            </a:r>
            <a:r>
              <a:rPr lang="hu-HU" dirty="0" err="1"/>
              <a:t>ToList</a:t>
            </a:r>
            <a:r>
              <a:rPr lang="hu-HU" dirty="0"/>
              <a:t>();</a:t>
            </a:r>
          </a:p>
          <a:p>
            <a:pPr marL="0" indent="0">
              <a:buNone/>
            </a:pPr>
            <a:br>
              <a:rPr lang="hu-HU" dirty="0"/>
            </a:br>
            <a:br>
              <a:rPr lang="hu-HU" dirty="0"/>
            </a:br>
            <a:endParaRPr lang="hu-H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Aggregáció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6887389" cy="2686962"/>
          </a:xfrm>
        </p:spPr>
        <p:txBody>
          <a:bodyPr/>
          <a:lstStyle/>
          <a:p>
            <a:r>
              <a:rPr dirty="0"/>
              <a:t>Aggregate()</a:t>
            </a:r>
          </a:p>
          <a:p>
            <a:r>
              <a:rPr dirty="0"/>
              <a:t>Pipeline </a:t>
            </a:r>
            <a:r>
              <a:rPr dirty="0" err="1"/>
              <a:t>működés</a:t>
            </a:r>
            <a:endParaRPr dirty="0"/>
          </a:p>
          <a:p>
            <a:r>
              <a:rPr dirty="0" err="1"/>
              <a:t>Csoportosítás</a:t>
            </a:r>
            <a:r>
              <a:rPr dirty="0"/>
              <a:t> ($group)</a:t>
            </a:r>
          </a:p>
          <a:p>
            <a:r>
              <a:rPr dirty="0" err="1"/>
              <a:t>Szűrés</a:t>
            </a:r>
            <a:r>
              <a:rPr dirty="0"/>
              <a:t> ($match)</a:t>
            </a:r>
          </a:p>
          <a:p>
            <a:r>
              <a:rPr dirty="0" err="1"/>
              <a:t>Statisztikai</a:t>
            </a:r>
            <a:r>
              <a:rPr dirty="0"/>
              <a:t> </a:t>
            </a:r>
            <a:r>
              <a:rPr dirty="0" err="1"/>
              <a:t>műveletek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875557-DDC7-D8B3-3DA6-1E180B8E729D}"/>
              </a:ext>
            </a:extLst>
          </p:cNvPr>
          <p:cNvSpPr txBox="1">
            <a:spLocks/>
          </p:cNvSpPr>
          <p:nvPr/>
        </p:nvSpPr>
        <p:spPr>
          <a:xfrm>
            <a:off x="2923162" y="3160481"/>
            <a:ext cx="6887389" cy="2686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DC6C58-36F1-0DDD-A3AB-8E9AA04F2989}"/>
              </a:ext>
            </a:extLst>
          </p:cNvPr>
          <p:cNvSpPr txBox="1">
            <a:spLocks/>
          </p:cNvSpPr>
          <p:nvPr/>
        </p:nvSpPr>
        <p:spPr>
          <a:xfrm>
            <a:off x="4062300" y="2336873"/>
            <a:ext cx="6887389" cy="2686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200" dirty="0"/>
              <a:t>var </a:t>
            </a:r>
            <a:r>
              <a:rPr lang="hu-HU" sz="2200" dirty="0" err="1"/>
              <a:t>result</a:t>
            </a:r>
            <a:r>
              <a:rPr lang="hu-HU" sz="2200" dirty="0"/>
              <a:t> = </a:t>
            </a:r>
            <a:r>
              <a:rPr lang="hu-HU" sz="2200" dirty="0" err="1"/>
              <a:t>szakacsCollection.Aggregate</a:t>
            </a:r>
            <a:r>
              <a:rPr lang="hu-HU" sz="2200" dirty="0"/>
              <a:t>()</a:t>
            </a:r>
          </a:p>
          <a:p>
            <a:pPr marL="0" indent="0">
              <a:buNone/>
            </a:pPr>
            <a:r>
              <a:rPr lang="hu-HU" sz="2200" dirty="0"/>
              <a:t>            .Group(s =&gt; s._</a:t>
            </a:r>
            <a:r>
              <a:rPr lang="hu-HU" sz="2200" dirty="0" err="1"/>
              <a:t>e_sz</a:t>
            </a:r>
            <a:r>
              <a:rPr lang="hu-HU" sz="2200" dirty="0"/>
              <a:t>, g =&gt; </a:t>
            </a:r>
            <a:r>
              <a:rPr lang="hu-HU" sz="2200" dirty="0" err="1"/>
              <a:t>new</a:t>
            </a:r>
            <a:endParaRPr lang="hu-HU" sz="2200" dirty="0"/>
          </a:p>
          <a:p>
            <a:pPr marL="0" indent="0">
              <a:buNone/>
            </a:pPr>
            <a:r>
              <a:rPr lang="hu-HU" sz="2200" dirty="0"/>
              <a:t>            {</a:t>
            </a:r>
          </a:p>
          <a:p>
            <a:pPr marL="0" indent="0">
              <a:buNone/>
            </a:pPr>
            <a:r>
              <a:rPr lang="hu-HU" sz="2200" dirty="0"/>
              <a:t>                </a:t>
            </a:r>
            <a:r>
              <a:rPr lang="hu-HU" sz="2200" dirty="0" err="1"/>
              <a:t>EtteremKod</a:t>
            </a:r>
            <a:r>
              <a:rPr lang="hu-HU" sz="2200" dirty="0"/>
              <a:t> = </a:t>
            </a:r>
            <a:r>
              <a:rPr lang="hu-HU" sz="2200" dirty="0" err="1"/>
              <a:t>g.Key</a:t>
            </a:r>
            <a:r>
              <a:rPr lang="hu-HU" sz="2200" dirty="0"/>
              <a:t>,</a:t>
            </a:r>
          </a:p>
          <a:p>
            <a:pPr marL="0" indent="0">
              <a:buNone/>
            </a:pPr>
            <a:r>
              <a:rPr lang="hu-HU" sz="2200" dirty="0"/>
              <a:t>               Szam = </a:t>
            </a:r>
            <a:r>
              <a:rPr lang="hu-HU" sz="2200" dirty="0" err="1"/>
              <a:t>g.Count</a:t>
            </a:r>
            <a:r>
              <a:rPr lang="hu-HU" sz="2200" dirty="0"/>
              <a:t>()</a:t>
            </a:r>
          </a:p>
          <a:p>
            <a:pPr marL="0" indent="0">
              <a:buNone/>
            </a:pPr>
            <a:r>
              <a:rPr lang="hu-HU" sz="2200" dirty="0"/>
              <a:t>            })</a:t>
            </a:r>
          </a:p>
          <a:p>
            <a:pPr marL="0" indent="0">
              <a:buNone/>
            </a:pPr>
            <a:r>
              <a:rPr lang="hu-HU" sz="2200" dirty="0"/>
              <a:t>            .</a:t>
            </a:r>
            <a:r>
              <a:rPr lang="hu-HU" sz="2200" dirty="0" err="1"/>
              <a:t>ToList</a:t>
            </a:r>
            <a:r>
              <a:rPr lang="hu-HU" sz="2200" dirty="0"/>
              <a:t>();</a:t>
            </a:r>
          </a:p>
          <a:p>
            <a:pPr marL="0" indent="0"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Köszönöm a figyelmet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</TotalTime>
  <Words>200</Words>
  <Application>Microsoft Office PowerPoint</Application>
  <PresentationFormat>Diavetítés a képernyőre (4:3 oldalarány)</PresentationFormat>
  <Paragraphs>42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MongoDB API C# Kocsán László EK298H </vt:lpstr>
      <vt:lpstr>Mi az a MongoDB API C#?</vt:lpstr>
      <vt:lpstr>C# API környezet felépítése</vt:lpstr>
      <vt:lpstr>DML műveletek</vt:lpstr>
      <vt:lpstr>Lekérdezések</vt:lpstr>
      <vt:lpstr>Aggregáció</vt:lpstr>
      <vt:lpstr>Köszönöm a figyelmet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Kocsán László</dc:creator>
  <cp:keywords/>
  <dc:description>generated using python-pptx</dc:description>
  <cp:lastModifiedBy>Kocsán László</cp:lastModifiedBy>
  <cp:revision>3</cp:revision>
  <dcterms:created xsi:type="dcterms:W3CDTF">2013-01-27T09:14:16Z</dcterms:created>
  <dcterms:modified xsi:type="dcterms:W3CDTF">2026-04-28T13:38:36Z</dcterms:modified>
  <cp:category/>
</cp:coreProperties>
</file>